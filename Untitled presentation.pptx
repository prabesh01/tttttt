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2410fa144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2410fa144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10fa144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10fa144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2410fa144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2410fa144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ZbAlqbWCCzewEOzrNg7_1O_dPCpCVMIf/view" TargetMode="External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JOCdEbct68w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ghdf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661791" y="1199374"/>
            <a:ext cx="3401500" cy="2981625"/>
          </a:xfrm>
          <a:custGeom>
            <a:rect b="b" l="l" r="r" t="t"/>
            <a:pathLst>
              <a:path extrusionOk="0" h="119265" w="136060">
                <a:moveTo>
                  <a:pt x="89695" y="114870"/>
                </a:moveTo>
                <a:cubicBezTo>
                  <a:pt x="100740" y="118552"/>
                  <a:pt x="63153" y="81480"/>
                  <a:pt x="66578" y="77370"/>
                </a:cubicBezTo>
                <a:cubicBezTo>
                  <a:pt x="70003" y="73260"/>
                  <a:pt x="108703" y="95520"/>
                  <a:pt x="110244" y="90212"/>
                </a:cubicBezTo>
                <a:cubicBezTo>
                  <a:pt x="111785" y="84904"/>
                  <a:pt x="71630" y="52626"/>
                  <a:pt x="75825" y="45520"/>
                </a:cubicBezTo>
                <a:cubicBezTo>
                  <a:pt x="80020" y="38414"/>
                  <a:pt x="130877" y="54853"/>
                  <a:pt x="135415" y="47575"/>
                </a:cubicBezTo>
                <a:cubicBezTo>
                  <a:pt x="139953" y="40298"/>
                  <a:pt x="113155" y="-9960"/>
                  <a:pt x="103052" y="1855"/>
                </a:cubicBezTo>
                <a:cubicBezTo>
                  <a:pt x="92949" y="13670"/>
                  <a:pt x="91922" y="109562"/>
                  <a:pt x="74798" y="118466"/>
                </a:cubicBezTo>
                <a:cubicBezTo>
                  <a:pt x="57674" y="127370"/>
                  <a:pt x="-2173" y="55879"/>
                  <a:pt x="310" y="55280"/>
                </a:cubicBezTo>
                <a:cubicBezTo>
                  <a:pt x="2793" y="54681"/>
                  <a:pt x="78650" y="111188"/>
                  <a:pt x="89695" y="114870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36" y="0"/>
            <a:ext cx="831832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fina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#comdey #funny#shorts #subscribe #viral #shortvideo #training #short #status #foryou #silverboy #fo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0" y="17145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